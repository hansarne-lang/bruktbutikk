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3657600" cy="36576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2926080" cy="2926080"/>
          </a:xfrm>
          <a:prstGeom prst="ellipse">
            <a:avLst/>
          </a:prstGeom>
          <a:solidFill>
            <a:srgbClr val="00897B">
              <a:alpha val="22000"/>
            </a:srgbClr>
          </a:solidFill>
          <a:ln w="12700">
            <a:solidFill>
              <a:srgbClr val="00897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77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Bruktbutikk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Deploy-rutiner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kode til live spill – to veier, ett mal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3200400"/>
            <a:ext cx="329184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370332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deploy.ps1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70332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370332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veier til deploy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3977640" cy="3977640"/>
          </a:xfrm>
          <a:prstGeom prst="roundRect">
            <a:avLst>
              <a:gd name="adj" fmla="val 2759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32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Kodeendringer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du endrer .gd eller .tscn filer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482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 kode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 scripts eller scenes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63140" y="2596896"/>
            <a:ext cx="0" cy="16459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02920" y="276148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797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deploy.ps1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PowerShell-skript gjor alt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63140" y="3328416"/>
            <a:ext cx="0" cy="16459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112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+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Endringer sendes til GitHub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63140" y="4059936"/>
            <a:ext cx="0" cy="16459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02920" y="422452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42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171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 starter automatisk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868680"/>
            <a:ext cx="3977640" cy="3977640"/>
          </a:xfrm>
          <a:prstGeom prst="roundRect">
            <a:avLst>
              <a:gd name="adj" fmla="val 2759"/>
            </a:avLst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932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Re-deploy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892040" y="164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koden er OK – tving ny deploy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02996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0482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Apne dashboard.html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23225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HTML-fil i nettleser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35140" y="2596896"/>
            <a:ext cx="0" cy="16459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120640" y="276148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7797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 inn GitHub-token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0540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workflow scope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35140" y="3328416"/>
            <a:ext cx="0" cy="16459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120640" y="349300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5112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Klikk Deploy-knappen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API-kall til GitHub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35140" y="4059936"/>
            <a:ext cx="0" cy="16459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5120640" y="4224528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242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45171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 starter via API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5196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 1: Kodeendringer med deploy.ps1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1005840"/>
            <a:ext cx="1389888" cy="73152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0515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 kode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" y="140817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.gd / .tscn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3716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828800" y="1005840"/>
            <a:ext cx="1389888" cy="731520"/>
          </a:xfrm>
          <a:prstGeom prst="roundRect">
            <a:avLst>
              <a:gd name="adj" fmla="val 15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515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deploy.ps1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40817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3716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493008" y="1005840"/>
            <a:ext cx="1389888" cy="731520"/>
          </a:xfrm>
          <a:prstGeom prst="roundRect">
            <a:avLst>
              <a:gd name="adj" fmla="val 1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0515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-A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140817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82896" y="13716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157216" y="1005840"/>
            <a:ext cx="1389888" cy="731520"/>
          </a:xfrm>
          <a:prstGeom prst="roundRect">
            <a:avLst>
              <a:gd name="adj" fmla="val 1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10515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57216" y="140817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melding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47104" y="13716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821424" y="1005840"/>
            <a:ext cx="1389888" cy="731520"/>
          </a:xfrm>
          <a:prstGeom prst="roundRect">
            <a:avLst>
              <a:gd name="adj" fmla="val 15000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0515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21424" y="140817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GitHub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02752" y="1737360"/>
            <a:ext cx="0" cy="3657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64592" y="2103120"/>
            <a:ext cx="7178040" cy="1463040"/>
          </a:xfrm>
          <a:prstGeom prst="roundRect">
            <a:avLst>
              <a:gd name="adj" fmla="val 7500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10312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(automatisk trigget av push)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28600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Validate-jobb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Sjekker feil i koden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42032" y="2679192"/>
            <a:ext cx="22860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2770632" y="228600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Export-jobb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70632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Eksporterer til HTML5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65192" y="2679192"/>
            <a:ext cx="22860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193792" y="228600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93792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Spillet er live!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02752" y="1737360"/>
            <a:ext cx="0" cy="3657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274320" y="3749040"/>
            <a:ext cx="8595360" cy="1115568"/>
          </a:xfrm>
          <a:prstGeom prst="roundRect">
            <a:avLst>
              <a:gd name="adj" fmla="val 9836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785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gjor deploy.ps1?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151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Fjerner index.lock hvis git sitter fast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462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Ber deg skrive commit-melding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4151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Kjorer git add, commit og push automatisk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462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CI/CD starter av seg selv pa GitHub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13333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 – hva skjer bak kulissene?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 til main / workflow_dispatch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566160" y="1463040"/>
            <a:ext cx="0" cy="27432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486400" y="1463040"/>
            <a:ext cx="0" cy="27432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74320" y="1783080"/>
            <a:ext cx="3840480" cy="2971800"/>
          </a:xfrm>
          <a:prstGeom prst="roundRect">
            <a:avLst>
              <a:gd name="adj" fmla="val 3692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 1: Valider prosjektet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0008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Last ned Godot 4.7.1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9464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Linux-binary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62072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Importer prosjektet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99816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Bygger .godot/ cache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10712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Sjekk feil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30168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Leter etter ERROR: i loggen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41064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Last opp logg ved feil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artifact pa GitHub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3273552"/>
            <a:ext cx="91440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4160520" y="30175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venter pa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1783080"/>
            <a:ext cx="3840480" cy="2971800"/>
          </a:xfrm>
          <a:prstGeom prst="roundRect">
            <a:avLst>
              <a:gd name="adj" fmla="val 3692"/>
            </a:avLst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 2: Eksporter + Deploy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233172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0574B"/>
          </a:solidFill>
          <a:ln w="12700">
            <a:solidFill>
              <a:srgbClr val="0057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350008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Last ned Godot + maler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569464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Inkl. eksport-templates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2862072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0574B"/>
          </a:solidFill>
          <a:ln w="12700">
            <a:solidFill>
              <a:srgbClr val="0057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880360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Pre-import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099816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Bygger .godot/ cache pa ny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3392424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0574B"/>
          </a:solidFill>
          <a:ln w="12700">
            <a:solidFill>
              <a:srgbClr val="0057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410712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Slett CSV .import-filer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630168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Fikser DataLoader-bug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3922776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0574B"/>
          </a:solidFill>
          <a:ln w="12700">
            <a:solidFill>
              <a:srgbClr val="0057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941064"/>
            <a:ext cx="3474720" cy="2377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Eksporter til HTML5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4160520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Lagrer export/web/index.html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4754880"/>
            <a:ext cx="0" cy="201168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5029200" y="4956048"/>
            <a:ext cx="3840480" cy="411480"/>
          </a:xfrm>
          <a:prstGeom prst="roundRect">
            <a:avLst>
              <a:gd name="adj" fmla="val 2666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9560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til GitHub Pages – spillet er live!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13333"/>
            </a:avLst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 2: Re-deploy via dashboard.html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1188720"/>
            <a:ext cx="1389888" cy="960120"/>
          </a:xfrm>
          <a:prstGeom prst="roundRect">
            <a:avLst>
              <a:gd name="adj" fmla="val 11429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43584"/>
            <a:ext cx="138988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" y="1726387"/>
            <a:ext cx="13898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Dobbelt-klikk fila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668780"/>
            <a:ext cx="3200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298448" y="1060704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1188720"/>
            <a:ext cx="1389888" cy="960120"/>
          </a:xfrm>
          <a:prstGeom prst="roundRect">
            <a:avLst>
              <a:gd name="adj" fmla="val 11429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243584"/>
            <a:ext cx="138988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 inn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Token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726387"/>
            <a:ext cx="13898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workflow scope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64408" y="1668780"/>
            <a:ext cx="3200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008376" y="1060704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84448" y="1188720"/>
            <a:ext cx="1389888" cy="96012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1243584"/>
            <a:ext cx="138988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Deploy-knappen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84448" y="1726387"/>
            <a:ext cx="13898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74336" y="1668780"/>
            <a:ext cx="3200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718304" y="1060704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94376" y="1188720"/>
            <a:ext cx="1389888" cy="960120"/>
          </a:xfrm>
          <a:prstGeom prst="roundRect">
            <a:avLst>
              <a:gd name="adj" fmla="val 11429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4376" y="1243584"/>
            <a:ext cx="138988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mottar kall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94376" y="1726387"/>
            <a:ext cx="13898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/dispatches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84264" y="1668780"/>
            <a:ext cx="3200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428232" y="1060704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04304" y="1188720"/>
            <a:ext cx="1389888" cy="960120"/>
          </a:xfrm>
          <a:prstGeom prst="roundRect">
            <a:avLst>
              <a:gd name="adj" fmla="val 11429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1243584"/>
            <a:ext cx="138988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04304" y="1726387"/>
            <a:ext cx="13898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 pipeline som Vei 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38160" y="1060704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423160"/>
            <a:ext cx="3977640" cy="2331720"/>
          </a:xfrm>
          <a:prstGeom prst="roundRect">
            <a:avLst>
              <a:gd name="adj" fmla="val 4706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bruker du dashboard?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2907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Spillet er OK, men du vil tvinge ny deploy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255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En build feilet og du vil prove pa nytt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602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Du vil deploye uten a endre noe i koden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950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Du tester at pipeline fungerer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2423160"/>
            <a:ext cx="3977640" cy="2331720"/>
          </a:xfrm>
          <a:prstGeom prst="roundRect">
            <a:avLst>
              <a:gd name="adj" fmla="val 4706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Husk!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74920" y="2907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Token ma ha repo + workflow scope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3255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Revok token etter bruk hvis delt i chat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74920" y="3602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CORS blokkerer nettlesere – bruk dashboard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3950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Bygg tar ca. 2 min – sjekk Actions-siden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bruker du hva?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1480"/>
          </a:xfrm>
          <a:prstGeom prst="roundRect">
            <a:avLst>
              <a:gd name="adj" fmla="val 26667"/>
            </a:avLst>
          </a:prstGeom>
          <a:solidFill>
            <a:srgbClr val="1E3A4E"/>
          </a:solidFill>
          <a:ln w="12700">
            <a:solidFill>
              <a:srgbClr val="1E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Verktoy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 brukes det?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94960" y="822960"/>
            <a:ext cx="33832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skjer?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595360" cy="969264"/>
          </a:xfrm>
          <a:prstGeom prst="roundRect">
            <a:avLst>
              <a:gd name="adj" fmla="val 11321"/>
            </a:avLst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00200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5331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deploy.ps1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353312"/>
            <a:ext cx="246888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har endret kode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353312"/>
            <a:ext cx="32918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+ commit + push. CI starter automatisk.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95360" cy="969264"/>
          </a:xfrm>
          <a:prstGeom prst="roundRect">
            <a:avLst>
              <a:gd name="adj" fmla="val 11321"/>
            </a:avLst>
          </a:prstGeom>
          <a:solidFill>
            <a:srgbClr val="0A3D35"/>
          </a:solidFill>
          <a:ln w="12700">
            <a:solidFill>
              <a:srgbClr val="0A3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42616"/>
            <a:ext cx="237744" cy="237744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957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395728"/>
            <a:ext cx="246888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kodeendringer, vil re-deploye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2395728"/>
            <a:ext cx="32918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workflow_dispatch via GitHub API. Krever token.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969264"/>
          </a:xfrm>
          <a:prstGeom prst="roundRect">
            <a:avLst>
              <a:gd name="adj" fmla="val 1132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685032"/>
            <a:ext cx="237744" cy="23774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381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direkte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(PowerShell)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438144"/>
            <a:ext cx="246888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Trenger full kontroll over commit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438144"/>
            <a:ext cx="32918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git add, commit, push. Samme sluttresultat.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Begge veier ender i GitHub Actions og GitHub Pages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2026-07-27T20:10:42Z</dcterms:created>
  <dcterms:modified xsi:type="dcterms:W3CDTF">2026-07-27T20:10:42Z</dcterms:modified>
</cp:coreProperties>
</file>